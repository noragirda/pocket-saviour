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180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Project documentation provided by the team: UID (5).pdf (project proposal + tasks + scenarios).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UID (5).pdf: Problem Domain Description; Main Challenges to Address; Contexts of Use; Coordination considerations.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UID (5).pdf: User Types; Main Challenges; Coordination with other tools; Task motivations.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UID (5).pdf: User Types (beneficiaries/providers/admins) and special requirements.
- UID (5).pdf: Contexts of Use + constraints (stress, low light, mobile-first, connectivity, privacy).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UID (5).pdf: Main Challenges to Address (skill identification, stress, trust, info asymmetry, coordination, fairness, post-job accountability, accessibility).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UID (5).pdf: Task 4 (media sharing + AI insights), Task 8 (provider recommendation + auto-accept + AI calendar adjustment), Task 5/6 (ratings + claims), Task 11 (verification).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UID (5).pdf: Overall problem framing, contexts, and the trust/accountability mechanisms described across tasks.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0" Type="http://schemas.openxmlformats.org/officeDocument/2006/relationships/image" Target="../media/image4.svg"/><Relationship Id="rId4" Type="http://schemas.openxmlformats.org/officeDocument/2006/relationships/image" Target="../media/image2.sv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Pocket‑Saviour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993392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user‑centric platform for contracting trusted services from individuals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868680"/>
            <a:ext cx="2743200" cy="5120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0" y="1143000"/>
            <a:ext cx="960120" cy="9601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54312" y="1353312"/>
            <a:ext cx="539496" cy="539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41280" y="1143000"/>
            <a:ext cx="960120" cy="9601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1592" y="1353312"/>
            <a:ext cx="539496" cy="5394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0" y="2788920"/>
            <a:ext cx="960120" cy="9601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4312" y="2999232"/>
            <a:ext cx="539496" cy="53949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241280" y="2788920"/>
            <a:ext cx="960120" cy="9601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51592" y="2999232"/>
            <a:ext cx="539496" cy="5394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0100" y="2971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real moments: stress, uncertainty, and the need for fast, reliable help.</a:t>
            </a:r>
            <a:b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GB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quickly request help, communicate the problem clearly (including media), and feel protected after the job through ratings and refund/dispute flows, while providers can accept jobs that fit their day and manage appointments efficiently, and admins verify credentials to keep the platform reliable.</a:t>
            </a:r>
            <a:endParaRPr lang="en-US" sz="16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22960" y="44074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• Nora Girda, Adrian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Baraian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Danci Patricia, Cosmin Dragoi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77240" y="6446520"/>
            <a:ext cx="10652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1"/>
          <p:cNvSpPr/>
          <p:nvPr/>
        </p:nvSpPr>
        <p:spPr>
          <a:xfrm>
            <a:off x="7772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Pocket‑Saviour • Concept pitch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32688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• 5-min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(from the user’s perspective)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 at home, users struggle to: identify the right skill, act fast under stress, and trust who they invite 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73152" cy="19202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51560" y="19933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High‑stress moments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48716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issues (e.g., blackout, leak) happen in noisy, interruptible contexts. Users need a quick, calm flow.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754880" y="19933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match issue → skill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48716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Non‑experts describe symptoms, not root causes. The UI guides them to the right category and next step.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73152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458200" y="19933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accountability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487168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verification, ratings, and clear post‑job support so they feel protected.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10561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97280" y="4297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Pocket‑Saviour connects clients to individual service providers and supports discovery, selection, coordination, and trust‑building — with simple, mobile‑first flows.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outcome: faster help • fewer wasted visits • safer decisions • clearer next steps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6446520"/>
            <a:ext cx="10652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72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• 5-min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(measured as user outcomes)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10561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15087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49047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stress in urgent situations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91640" y="182880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step‑by‑step flows with clear status and big touch targets.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350008"/>
            <a:ext cx="10561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2532888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51460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find the right provider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691640" y="285292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triage from symptoms → service type → provider suggestions.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3374136"/>
            <a:ext cx="10561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" y="3557016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53872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communication effortless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691640" y="3877056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details + media sharing so providers arrive prepared.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2960" y="4398264"/>
            <a:ext cx="10561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1560" y="4581144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4562856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trust &amp; safety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691640" y="4901184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signals, ratings, and post‑job accountability paths.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22960" y="5422392"/>
            <a:ext cx="10561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1560" y="5605272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91640" y="5586984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coordination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691640" y="592531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reminders, and availability handling that avoids dead ends.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77240" y="6446520"/>
            <a:ext cx="10652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7"/>
          <p:cNvSpPr/>
          <p:nvPr/>
        </p:nvSpPr>
        <p:spPr>
          <a:xfrm>
            <a:off x="7772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932688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• 5-min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for? (and where they use it)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7033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73152" cy="2331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51560" y="15361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(beneficiaries)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029968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Tenants, homeowners, students, elderly users. Often low domain knowledge; want clear language and fast guidance.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7033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73152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37760" y="15361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029968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Freelancers/micro‑businesses. Need simple job acceptance, schedule control, and proof-of-work flow.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1371600"/>
            <a:ext cx="2788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595360" y="1371600"/>
            <a:ext cx="73152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823960" y="1536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23960" y="202996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documents, moderate disputes, and protect the platform’s trust.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 of use we design for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434840"/>
            <a:ext cx="493776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87552" y="4526280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+ interruptible situations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25312" y="4434840"/>
            <a:ext cx="4151376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089904" y="452628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Mobile‑first usage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983480"/>
            <a:ext cx="493776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87552" y="5074920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light / limited connectivity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25312" y="4983480"/>
            <a:ext cx="493776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089904" y="5074920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contrast, large targets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532120"/>
            <a:ext cx="493776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87552" y="5623560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minimal disclosure until booking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6446520"/>
            <a:ext cx="10652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772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contexts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• 5-min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challenges (what makes this hard for users)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24128" y="1655064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463040" y="1581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skill identification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856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describe symptoms, not causes.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24128" y="2615184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63040" y="25420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sensitivity &amp; stress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8163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issues require low-friction flows.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24128" y="3575304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463040" y="35021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7764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Price/effort/ETA are hard to estimate.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24128" y="4535424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463040" y="44622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736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location, messaging, media.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51023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464808" y="165506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903720" y="158191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856232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reviews, reputation signals.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377440"/>
            <a:ext cx="51023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464808" y="261518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903720" y="254203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visibility &amp; fairness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816352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Newcomers need a path to trust.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337560"/>
            <a:ext cx="51023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464808" y="357530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903720" y="350215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Post‑job accountability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3776472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Disputes, refunds, rework windows.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297680"/>
            <a:ext cx="51023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464808" y="453542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903720" y="4462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needs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4736592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calm UI under constraints.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6446520"/>
            <a:ext cx="10652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772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challenges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2688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• 5-min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ideas (what makes Pocket‑Saviour feel “real”)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73152" cy="12344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51560" y="15819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triage (symptoms → action)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0756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and small steps help non‑experts describe issues and pick the right service type.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92240" y="158191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Emergency‑first UX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07568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flows prioritize speed, clear status, and the next best option when no provider is available.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22960" y="27889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51560" y="29535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AI‑assisted media sharing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472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attach photo/video; AI adds tags to improve diagnosis before arrival (without extra effort).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7889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263640" y="278892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92240" y="295351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provider 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44728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get job suggestions that fit their schedule/route, with optional auto‑accept controls.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10561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73152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51560" y="432511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loop across the full journey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818888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clear badges, ratings after completion, and a structured claim/refund path with tracking — so users feel protected.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6446520"/>
            <a:ext cx="10652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772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ideas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• 5-min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Pocket‑Saviour helps people get the right help fast and feel safe before, during, and after the service.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10561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panic: clear next steps and visible status in urgent situations</a:t>
            </a:r>
            <a:endParaRPr lang="en-US" sz="1800" dirty="0"/>
          </a:p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wasted visits: better problem communication (media + structured details)</a:t>
            </a:r>
            <a:endParaRPr lang="en-US" sz="1800" dirty="0"/>
          </a:p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trust: verification, ratings, and accountability when things go wrong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1056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1060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Pocket-Saviour team</dc:creator>
  <cp:lastModifiedBy>Nora Girda</cp:lastModifiedBy>
  <cp:revision>3</cp:revision>
  <dcterms:created xsi:type="dcterms:W3CDTF">2026-01-21T07:18:33Z</dcterms:created>
  <dcterms:modified xsi:type="dcterms:W3CDTF">2026-01-21T07:31:22Z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2026-01-21T07:24:15Z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5c2012b4-c0ad-413d-903c-5015228e438d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